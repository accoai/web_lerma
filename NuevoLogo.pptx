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852B"/>
    <a:srgbClr val="5B9036"/>
    <a:srgbClr val="AEADAD"/>
    <a:srgbClr val="A9A8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1050" y="5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3A72FC-7D9D-9DB1-6274-E65E6D653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44F132-1FB8-BF96-DCFB-86C1481FAD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A78A17-A9F5-6B07-D451-3A6FBBC0E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D378D-2E7F-4FF5-AA63-772E0C6508EE}" type="datetimeFigureOut">
              <a:rPr lang="es-ES" smtClean="0"/>
              <a:t>02/02/2026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B98818-E094-FA5F-0A49-8194B9B9C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19BEE6-A4BC-42BA-12EE-D3280F75A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3865-210A-463F-8FAC-22630F86F12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3902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4D8094-9B40-39E5-DB12-4C5A82E1D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E36FF7-BFBC-E360-AAA7-04DAA704F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AF15EF-F00C-F03A-08A3-913BB5427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D378D-2E7F-4FF5-AA63-772E0C6508EE}" type="datetimeFigureOut">
              <a:rPr lang="es-ES" smtClean="0"/>
              <a:t>02/02/2026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25E92F-9174-94D7-C8E8-0A7A71440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1D2D68-BC54-429A-B90F-82DDB205E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3865-210A-463F-8FAC-22630F86F12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4247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C322CB-93AA-1428-E42E-FFED04255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579172-697D-5297-F706-4559112C3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618012-71D3-5870-9819-173D5546D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D378D-2E7F-4FF5-AA63-772E0C6508EE}" type="datetimeFigureOut">
              <a:rPr lang="es-ES" smtClean="0"/>
              <a:t>02/02/2026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CD5339-3CEA-BAC7-6D01-CEA94F16D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843D76-6B80-E269-577A-E49C9803B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3865-210A-463F-8FAC-22630F86F12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8829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217895-ACA7-D89F-B389-BA11080B3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5726D7-5F4B-3231-06F7-0BB660A15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19DE33E-BAA1-4331-152B-F8E20A2E3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8F39363-1A11-88B4-2CB0-9DCC7E220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D378D-2E7F-4FF5-AA63-772E0C6508EE}" type="datetimeFigureOut">
              <a:rPr lang="es-ES" smtClean="0"/>
              <a:t>02/02/2026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C748728-F279-5FCB-BACE-1417974ED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AAD3F1-3716-B1DD-6ECF-C65155236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3865-210A-463F-8FAC-22630F86F12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4113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A0521-6989-E44C-C888-22CB3ECE8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AD43AE-A72F-ADA3-4980-DEBA58FE1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8C9C57B-1E11-F679-5FED-8DF40848B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A2F7530-71D1-7EAD-D3C0-F718A0FD59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8CAA530-36E7-F82B-8B1A-7F2613F0DE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13D84C9-D707-2AFF-D57E-D4EE8AC40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D378D-2E7F-4FF5-AA63-772E0C6508EE}" type="datetimeFigureOut">
              <a:rPr lang="es-ES" smtClean="0"/>
              <a:t>02/02/2026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7214817-B006-5B99-B8DB-CA70A3B5E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5F24406-AFCF-B110-15CC-0AF07D287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3865-210A-463F-8FAC-22630F86F12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5835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364EFC-AFFA-22BA-6FF1-18691CC33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8478390-4C9D-831F-5B43-F25B24FA5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D378D-2E7F-4FF5-AA63-772E0C6508EE}" type="datetimeFigureOut">
              <a:rPr lang="es-ES" smtClean="0"/>
              <a:t>02/02/2026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F790F5C-AE95-AFF2-91E4-A7DCD6C98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A05A2E0-79B7-70DA-D1FE-FE77E4F8F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3865-210A-463F-8FAC-22630F86F12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5712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8BCA3A5-8A5D-2D79-0874-DFAB0D151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D378D-2E7F-4FF5-AA63-772E0C6508EE}" type="datetimeFigureOut">
              <a:rPr lang="es-ES" smtClean="0"/>
              <a:t>02/02/2026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1547652-6B91-1857-85CF-90D65F36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F8B02E-F3EF-BEB7-9780-E97E8B247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3865-210A-463F-8FAC-22630F86F12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7091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ABEA6F-4626-539F-94BF-22174800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7EA962-FF12-76F0-FF10-8F3F8BC78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4E6FB0-2426-38C4-7856-69336D12D7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2A6F4A-0D00-70E3-3444-F7F60C7C8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D378D-2E7F-4FF5-AA63-772E0C6508EE}" type="datetimeFigureOut">
              <a:rPr lang="es-ES" smtClean="0"/>
              <a:t>02/02/2026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B981A4D-2E5D-9B0C-51F8-18BDBE5AD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81E6E15-0E78-529F-0594-9BD805895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3865-210A-463F-8FAC-22630F86F12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2993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36496E-DF91-85C2-464C-8583F62D0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CEF16E3-CD3A-87EA-08C2-64266746F5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CBD045A-A40D-99B3-5657-956677B7DD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74D325A-4D60-CDB3-1F54-3F9E0F3A8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D378D-2E7F-4FF5-AA63-772E0C6508EE}" type="datetimeFigureOut">
              <a:rPr lang="es-ES" smtClean="0"/>
              <a:t>02/02/2026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FD3FD4A-289C-E207-9C19-8D101701A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8715AE-8916-A558-B75E-52B1B19A5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3865-210A-463F-8FAC-22630F86F12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5198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9A137B-95F8-F513-68DC-5C00E79B8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310155F-1011-1C5D-6174-7CC9E16B5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C778FA-5B5C-C5B1-B63C-ABE5D77F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D378D-2E7F-4FF5-AA63-772E0C6508EE}" type="datetimeFigureOut">
              <a:rPr lang="es-ES" smtClean="0"/>
              <a:t>02/02/2026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9A2EA9-FBA9-F63D-6E05-3589F64C4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EA79CA-11E5-7D06-0FA3-B62039407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3865-210A-463F-8FAC-22630F86F12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8745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3E65CCB-9579-EFF7-DDFF-BE131A2030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85F63BF-043B-8E4B-A8E8-C882E5630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B5B903-ABD3-0F90-5AC7-D3B6A0053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D378D-2E7F-4FF5-AA63-772E0C6508EE}" type="datetimeFigureOut">
              <a:rPr lang="es-ES" smtClean="0"/>
              <a:t>02/02/2026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6F28A9-F301-63FA-ADF1-7F2623EC8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986271-1F57-FE12-5D36-5CD8ED335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3865-210A-463F-8FAC-22630F86F12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8594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862BC70-5506-5627-3114-79CC4053C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771A7F-970C-2B81-B59B-18ED4A4BA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75EBCC-1398-BA49-AF2A-48918B676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BD378D-2E7F-4FF5-AA63-772E0C6508EE}" type="datetimeFigureOut">
              <a:rPr lang="es-ES" smtClean="0"/>
              <a:t>02/02/2026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204D67-6F2A-ACC3-1EA6-48D39223B7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ECD5C3-5A2F-D604-25C3-A33B6E328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33865-210A-463F-8FAC-22630F86F12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6340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jpe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F69CE9FF-5ECE-34C5-CED4-0D114D913730}"/>
              </a:ext>
            </a:extLst>
          </p:cNvPr>
          <p:cNvGrpSpPr/>
          <p:nvPr/>
        </p:nvGrpSpPr>
        <p:grpSpPr>
          <a:xfrm>
            <a:off x="3231833" y="101236"/>
            <a:ext cx="5362574" cy="2824844"/>
            <a:chOff x="3447029" y="604156"/>
            <a:chExt cx="5362574" cy="2824844"/>
          </a:xfrm>
          <a:effectLst>
            <a:reflection blurRad="12700" stA="83000" dist="876300" dir="5400000" sy="-100000" algn="bl" rotWithShape="0"/>
          </a:effectLst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5E244AC9-85C5-428F-80B1-885A080E71BD}"/>
                </a:ext>
              </a:extLst>
            </p:cNvPr>
            <p:cNvGrpSpPr/>
            <p:nvPr/>
          </p:nvGrpSpPr>
          <p:grpSpPr>
            <a:xfrm>
              <a:off x="3837553" y="604156"/>
              <a:ext cx="4516894" cy="2824844"/>
              <a:chOff x="990597" y="1211036"/>
              <a:chExt cx="4516894" cy="2824844"/>
            </a:xfrm>
          </p:grpSpPr>
          <p:pic>
            <p:nvPicPr>
              <p:cNvPr id="1026" name="Picture 2" descr="Imágenes de Silueta encina - Descarga gratuita en Freepik">
                <a:extLst>
                  <a:ext uri="{FF2B5EF4-FFF2-40B4-BE49-F238E27FC236}">
                    <a16:creationId xmlns:a16="http://schemas.microsoft.com/office/drawing/2014/main" id="{DC0FDFFF-03E8-CA45-3C49-F0EF1A67BA2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508" t="13492" r="6508" b="13492"/>
              <a:stretch/>
            </p:blipFill>
            <p:spPr bwMode="auto">
              <a:xfrm>
                <a:off x="990597" y="1469572"/>
                <a:ext cx="2982688" cy="25037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8" name="Picture 4" descr="Página 2 | Fotos de Silueta encina arbol - Descarga fotos gratis de gran  calidad | Freepik">
                <a:extLst>
                  <a:ext uri="{FF2B5EF4-FFF2-40B4-BE49-F238E27FC236}">
                    <a16:creationId xmlns:a16="http://schemas.microsoft.com/office/drawing/2014/main" id="{789668D5-303D-B0CD-3CB2-2817C98EE70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22027" b="77297" l="20946" r="77973">
                            <a14:foregroundMark x1="23514" y1="50270" x2="23514" y2="50270"/>
                            <a14:foregroundMark x1="20946" y1="51081" x2="20946" y2="51081"/>
                            <a14:foregroundMark x1="75270" y1="48378" x2="75270" y2="48378"/>
                            <a14:foregroundMark x1="78378" y1="47297" x2="78378" y2="47297"/>
                            <a14:foregroundMark x1="56622" y1="24324" x2="56622" y2="24324"/>
                            <a14:foregroundMark x1="51486" y1="22297" x2="51486" y2="22297"/>
                            <a14:foregroundMark x1="73649" y1="56622" x2="73649" y2="56622"/>
                            <a14:foregroundMark x1="63649" y1="54865" x2="63649" y2="54865"/>
                            <a14:foregroundMark x1="67838" y1="52703" x2="67838" y2="52703"/>
                            <a14:foregroundMark x1="52162" y1="75405" x2="52162" y2="75405"/>
                            <a14:foregroundMark x1="43378" y1="77297" x2="43378" y2="77297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578" t="19578" r="19578" b="19578"/>
              <a:stretch/>
            </p:blipFill>
            <p:spPr bwMode="auto">
              <a:xfrm>
                <a:off x="2682647" y="1211036"/>
                <a:ext cx="2824844" cy="28248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036" name="Picture 12" descr="modelo 3d Bandera de golf 2 - TurboSquid 917243">
              <a:extLst>
                <a:ext uri="{FF2B5EF4-FFF2-40B4-BE49-F238E27FC236}">
                  <a16:creationId xmlns:a16="http://schemas.microsoft.com/office/drawing/2014/main" id="{0F5112E9-080D-2EB8-063A-4E01731851F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146" r="36469"/>
            <a:stretch/>
          </p:blipFill>
          <p:spPr bwMode="auto">
            <a:xfrm>
              <a:off x="8067847" y="2557678"/>
              <a:ext cx="141684" cy="770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Conector recto 5">
              <a:extLst>
                <a:ext uri="{FF2B5EF4-FFF2-40B4-BE49-F238E27FC236}">
                  <a16:creationId xmlns:a16="http://schemas.microsoft.com/office/drawing/2014/main" id="{1F8039A1-252E-3C28-9C2A-E12192823B07}"/>
                </a:ext>
              </a:extLst>
            </p:cNvPr>
            <p:cNvCxnSpPr>
              <a:cxnSpLocks/>
            </p:cNvCxnSpPr>
            <p:nvPr/>
          </p:nvCxnSpPr>
          <p:spPr>
            <a:xfrm>
              <a:off x="3447029" y="3303133"/>
              <a:ext cx="5362574" cy="0"/>
            </a:xfrm>
            <a:prstGeom prst="line">
              <a:avLst/>
            </a:prstGeom>
            <a:ln w="57150">
              <a:solidFill>
                <a:srgbClr val="A9A8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CCA7B3A7-092C-0557-6281-B4AB0B85EC4A}"/>
              </a:ext>
            </a:extLst>
          </p:cNvPr>
          <p:cNvSpPr txBox="1"/>
          <p:nvPr/>
        </p:nvSpPr>
        <p:spPr>
          <a:xfrm>
            <a:off x="2950030" y="2926080"/>
            <a:ext cx="60568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spc="600" dirty="0">
                <a:solidFill>
                  <a:srgbClr val="AEADAD"/>
                </a:solidFill>
                <a:latin typeface="Montserrat ExtraLight" pitchFamily="2" charset="0"/>
              </a:rPr>
              <a:t>GOLF LERMA</a:t>
            </a:r>
            <a:endParaRPr lang="es-ES" spc="600" dirty="0">
              <a:solidFill>
                <a:srgbClr val="AEADAD"/>
              </a:solidFill>
              <a:latin typeface="Montserrat Extra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408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F69CE9FF-5ECE-34C5-CED4-0D114D913730}"/>
              </a:ext>
            </a:extLst>
          </p:cNvPr>
          <p:cNvGrpSpPr/>
          <p:nvPr/>
        </p:nvGrpSpPr>
        <p:grpSpPr>
          <a:xfrm>
            <a:off x="3231833" y="101236"/>
            <a:ext cx="5362574" cy="2824844"/>
            <a:chOff x="3447029" y="604156"/>
            <a:chExt cx="5362574" cy="2824844"/>
          </a:xfrm>
          <a:effectLst/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5E244AC9-85C5-428F-80B1-885A080E71BD}"/>
                </a:ext>
              </a:extLst>
            </p:cNvPr>
            <p:cNvGrpSpPr/>
            <p:nvPr/>
          </p:nvGrpSpPr>
          <p:grpSpPr>
            <a:xfrm>
              <a:off x="3837553" y="604156"/>
              <a:ext cx="4516894" cy="2824844"/>
              <a:chOff x="990597" y="1211036"/>
              <a:chExt cx="4516894" cy="2824844"/>
            </a:xfrm>
          </p:grpSpPr>
          <p:pic>
            <p:nvPicPr>
              <p:cNvPr id="1026" name="Picture 2" descr="Imágenes de Silueta encina - Descarga gratuita en Freepik">
                <a:extLst>
                  <a:ext uri="{FF2B5EF4-FFF2-40B4-BE49-F238E27FC236}">
                    <a16:creationId xmlns:a16="http://schemas.microsoft.com/office/drawing/2014/main" id="{DC0FDFFF-03E8-CA45-3C49-F0EF1A67BA2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508" t="13492" r="6508" b="13492"/>
              <a:stretch/>
            </p:blipFill>
            <p:spPr bwMode="auto">
              <a:xfrm>
                <a:off x="990597" y="1469572"/>
                <a:ext cx="2982688" cy="25037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8" name="Picture 4" descr="Página 2 | Fotos de Silueta encina arbol - Descarga fotos gratis de gran  calidad | Freepik">
                <a:extLst>
                  <a:ext uri="{FF2B5EF4-FFF2-40B4-BE49-F238E27FC236}">
                    <a16:creationId xmlns:a16="http://schemas.microsoft.com/office/drawing/2014/main" id="{789668D5-303D-B0CD-3CB2-2817C98EE70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22027" b="77297" l="20946" r="77973">
                            <a14:foregroundMark x1="23514" y1="50270" x2="23514" y2="50270"/>
                            <a14:foregroundMark x1="20946" y1="51081" x2="20946" y2="51081"/>
                            <a14:foregroundMark x1="75270" y1="48378" x2="75270" y2="48378"/>
                            <a14:foregroundMark x1="78378" y1="47297" x2="78378" y2="47297"/>
                            <a14:foregroundMark x1="56622" y1="24324" x2="56622" y2="24324"/>
                            <a14:foregroundMark x1="51486" y1="22297" x2="51486" y2="22297"/>
                            <a14:foregroundMark x1="73649" y1="56622" x2="73649" y2="56622"/>
                            <a14:foregroundMark x1="63649" y1="54865" x2="63649" y2="54865"/>
                            <a14:foregroundMark x1="67838" y1="52703" x2="67838" y2="52703"/>
                            <a14:foregroundMark x1="52162" y1="75405" x2="52162" y2="75405"/>
                            <a14:foregroundMark x1="43378" y1="77297" x2="43378" y2="77297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578" t="19578" r="19578" b="19578"/>
              <a:stretch/>
            </p:blipFill>
            <p:spPr bwMode="auto">
              <a:xfrm>
                <a:off x="2682647" y="1211036"/>
                <a:ext cx="2824844" cy="28248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036" name="Picture 12" descr="modelo 3d Bandera de golf 2 - TurboSquid 917243">
              <a:extLst>
                <a:ext uri="{FF2B5EF4-FFF2-40B4-BE49-F238E27FC236}">
                  <a16:creationId xmlns:a16="http://schemas.microsoft.com/office/drawing/2014/main" id="{0F5112E9-080D-2EB8-063A-4E01731851F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146" r="36469"/>
            <a:stretch/>
          </p:blipFill>
          <p:spPr bwMode="auto">
            <a:xfrm>
              <a:off x="8067847" y="2557678"/>
              <a:ext cx="141684" cy="770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Conector recto 5">
              <a:extLst>
                <a:ext uri="{FF2B5EF4-FFF2-40B4-BE49-F238E27FC236}">
                  <a16:creationId xmlns:a16="http://schemas.microsoft.com/office/drawing/2014/main" id="{1F8039A1-252E-3C28-9C2A-E12192823B07}"/>
                </a:ext>
              </a:extLst>
            </p:cNvPr>
            <p:cNvCxnSpPr>
              <a:cxnSpLocks/>
            </p:cNvCxnSpPr>
            <p:nvPr/>
          </p:nvCxnSpPr>
          <p:spPr>
            <a:xfrm>
              <a:off x="3447029" y="3303133"/>
              <a:ext cx="5362574" cy="0"/>
            </a:xfrm>
            <a:prstGeom prst="line">
              <a:avLst/>
            </a:prstGeom>
            <a:ln w="57150">
              <a:solidFill>
                <a:srgbClr val="A9A8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CCA7B3A7-092C-0557-6281-B4AB0B85EC4A}"/>
              </a:ext>
            </a:extLst>
          </p:cNvPr>
          <p:cNvSpPr txBox="1"/>
          <p:nvPr/>
        </p:nvSpPr>
        <p:spPr>
          <a:xfrm>
            <a:off x="2950030" y="2926080"/>
            <a:ext cx="60568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spc="600" dirty="0">
                <a:solidFill>
                  <a:srgbClr val="AEADAD"/>
                </a:solidFill>
                <a:latin typeface="Montserrat ExtraLight" pitchFamily="2" charset="0"/>
              </a:rPr>
              <a:t>GOLF LERMA</a:t>
            </a:r>
            <a:endParaRPr lang="es-ES" spc="600" dirty="0">
              <a:solidFill>
                <a:srgbClr val="AEADAD"/>
              </a:solidFill>
              <a:latin typeface="Montserrat ExtraLight" pitchFamily="2" charset="0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6CDD09FB-2748-32F2-C831-13FF93566BB1}"/>
              </a:ext>
            </a:extLst>
          </p:cNvPr>
          <p:cNvGrpSpPr/>
          <p:nvPr/>
        </p:nvGrpSpPr>
        <p:grpSpPr>
          <a:xfrm rot="10800000" flipH="1">
            <a:off x="3231833" y="3831632"/>
            <a:ext cx="5362574" cy="2824844"/>
            <a:chOff x="3447029" y="604156"/>
            <a:chExt cx="5362574" cy="2824844"/>
          </a:xfrm>
          <a:effectLst/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10B2E90C-35F4-39E1-AC80-2BF672EEE1C8}"/>
                </a:ext>
              </a:extLst>
            </p:cNvPr>
            <p:cNvGrpSpPr/>
            <p:nvPr/>
          </p:nvGrpSpPr>
          <p:grpSpPr>
            <a:xfrm>
              <a:off x="3837553" y="604156"/>
              <a:ext cx="4516894" cy="2824844"/>
              <a:chOff x="990597" y="1211036"/>
              <a:chExt cx="4516894" cy="2824844"/>
            </a:xfrm>
          </p:grpSpPr>
          <p:pic>
            <p:nvPicPr>
              <p:cNvPr id="10" name="Picture 2" descr="Imágenes de Silueta encina - Descarga gratuita en Freepik">
                <a:extLst>
                  <a:ext uri="{FF2B5EF4-FFF2-40B4-BE49-F238E27FC236}">
                    <a16:creationId xmlns:a16="http://schemas.microsoft.com/office/drawing/2014/main" id="{1FE8E8E3-72BA-DAC1-F813-D7ACD3BCC42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508" t="13492" r="6508" b="13492"/>
              <a:stretch/>
            </p:blipFill>
            <p:spPr bwMode="auto">
              <a:xfrm>
                <a:off x="990597" y="1469572"/>
                <a:ext cx="2982688" cy="25037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" name="Picture 4" descr="Página 2 | Fotos de Silueta encina arbol - Descarga fotos gratis de gran  calidad | Freepik">
                <a:extLst>
                  <a:ext uri="{FF2B5EF4-FFF2-40B4-BE49-F238E27FC236}">
                    <a16:creationId xmlns:a16="http://schemas.microsoft.com/office/drawing/2014/main" id="{A51DFDBA-C9BF-2112-9F7E-D191EA65276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22027" b="77297" l="20946" r="77973">
                            <a14:foregroundMark x1="23514" y1="50270" x2="23514" y2="50270"/>
                            <a14:foregroundMark x1="20946" y1="51081" x2="20946" y2="51081"/>
                            <a14:foregroundMark x1="75270" y1="48378" x2="75270" y2="48378"/>
                            <a14:foregroundMark x1="78378" y1="47297" x2="78378" y2="47297"/>
                            <a14:foregroundMark x1="56622" y1="24324" x2="56622" y2="24324"/>
                            <a14:foregroundMark x1="51486" y1="22297" x2="51486" y2="22297"/>
                            <a14:foregroundMark x1="73649" y1="56622" x2="73649" y2="56622"/>
                            <a14:foregroundMark x1="63649" y1="54865" x2="63649" y2="54865"/>
                            <a14:foregroundMark x1="67838" y1="52703" x2="67838" y2="52703"/>
                            <a14:foregroundMark x1="52162" y1="75405" x2="52162" y2="75405"/>
                            <a14:foregroundMark x1="43378" y1="77297" x2="43378" y2="77297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578" t="19578" r="19578" b="19578"/>
              <a:stretch/>
            </p:blipFill>
            <p:spPr bwMode="auto">
              <a:xfrm>
                <a:off x="2682647" y="1211036"/>
                <a:ext cx="2824844" cy="28248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5" name="Picture 12" descr="modelo 3d Bandera de golf 2 - TurboSquid 917243">
              <a:extLst>
                <a:ext uri="{FF2B5EF4-FFF2-40B4-BE49-F238E27FC236}">
                  <a16:creationId xmlns:a16="http://schemas.microsoft.com/office/drawing/2014/main" id="{0B34A86B-4F52-F298-1D71-8D815E8B990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146" r="36469"/>
            <a:stretch/>
          </p:blipFill>
          <p:spPr bwMode="auto">
            <a:xfrm>
              <a:off x="8067847" y="2557678"/>
              <a:ext cx="141684" cy="770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88A29C7C-E57B-CA43-774F-AE87D8A1B806}"/>
                </a:ext>
              </a:extLst>
            </p:cNvPr>
            <p:cNvCxnSpPr>
              <a:cxnSpLocks/>
            </p:cNvCxnSpPr>
            <p:nvPr/>
          </p:nvCxnSpPr>
          <p:spPr>
            <a:xfrm>
              <a:off x="3447029" y="3303133"/>
              <a:ext cx="5362574" cy="0"/>
            </a:xfrm>
            <a:prstGeom prst="line">
              <a:avLst/>
            </a:prstGeom>
            <a:ln w="57150">
              <a:solidFill>
                <a:srgbClr val="A9A8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34072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F69CE9FF-5ECE-34C5-CED4-0D114D913730}"/>
              </a:ext>
            </a:extLst>
          </p:cNvPr>
          <p:cNvGrpSpPr/>
          <p:nvPr/>
        </p:nvGrpSpPr>
        <p:grpSpPr>
          <a:xfrm>
            <a:off x="3231833" y="101236"/>
            <a:ext cx="5362574" cy="2824844"/>
            <a:chOff x="3447029" y="604156"/>
            <a:chExt cx="5362574" cy="2824844"/>
          </a:xfrm>
          <a:effectLst>
            <a:reflection blurRad="12700" dist="876300" dir="5400000" sy="-100000" algn="bl" rotWithShape="0"/>
          </a:effectLst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5E244AC9-85C5-428F-80B1-885A080E71BD}"/>
                </a:ext>
              </a:extLst>
            </p:cNvPr>
            <p:cNvGrpSpPr/>
            <p:nvPr/>
          </p:nvGrpSpPr>
          <p:grpSpPr>
            <a:xfrm>
              <a:off x="3837553" y="604156"/>
              <a:ext cx="4516894" cy="2824844"/>
              <a:chOff x="990597" y="1211036"/>
              <a:chExt cx="4516894" cy="2824844"/>
            </a:xfrm>
          </p:grpSpPr>
          <p:pic>
            <p:nvPicPr>
              <p:cNvPr id="1026" name="Picture 2" descr="Imágenes de Silueta encina - Descarga gratuita en Freepik">
                <a:extLst>
                  <a:ext uri="{FF2B5EF4-FFF2-40B4-BE49-F238E27FC236}">
                    <a16:creationId xmlns:a16="http://schemas.microsoft.com/office/drawing/2014/main" id="{DC0FDFFF-03E8-CA45-3C49-F0EF1A67BA2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508" t="13492" r="6508" b="13492"/>
              <a:stretch/>
            </p:blipFill>
            <p:spPr bwMode="auto">
              <a:xfrm>
                <a:off x="990597" y="1469572"/>
                <a:ext cx="2982688" cy="25037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8" name="Picture 4" descr="Página 2 | Fotos de Silueta encina arbol - Descarga fotos gratis de gran  calidad | Freepik">
                <a:extLst>
                  <a:ext uri="{FF2B5EF4-FFF2-40B4-BE49-F238E27FC236}">
                    <a16:creationId xmlns:a16="http://schemas.microsoft.com/office/drawing/2014/main" id="{789668D5-303D-B0CD-3CB2-2817C98EE70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22027" b="77297" l="20946" r="77973">
                            <a14:foregroundMark x1="23514" y1="50270" x2="23514" y2="50270"/>
                            <a14:foregroundMark x1="20946" y1="51081" x2="20946" y2="51081"/>
                            <a14:foregroundMark x1="75270" y1="48378" x2="75270" y2="48378"/>
                            <a14:foregroundMark x1="78378" y1="47297" x2="78378" y2="47297"/>
                            <a14:foregroundMark x1="56622" y1="24324" x2="56622" y2="24324"/>
                            <a14:foregroundMark x1="51486" y1="22297" x2="51486" y2="22297"/>
                            <a14:foregroundMark x1="73649" y1="56622" x2="73649" y2="56622"/>
                            <a14:foregroundMark x1="63649" y1="54865" x2="63649" y2="54865"/>
                            <a14:foregroundMark x1="67838" y1="52703" x2="67838" y2="52703"/>
                            <a14:foregroundMark x1="52162" y1="75405" x2="52162" y2="75405"/>
                            <a14:foregroundMark x1="43378" y1="77297" x2="43378" y2="77297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578" t="19578" r="19578" b="19578"/>
              <a:stretch/>
            </p:blipFill>
            <p:spPr bwMode="auto">
              <a:xfrm>
                <a:off x="2682647" y="1211036"/>
                <a:ext cx="2824844" cy="28248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036" name="Picture 12" descr="modelo 3d Bandera de golf 2 - TurboSquid 917243">
              <a:extLst>
                <a:ext uri="{FF2B5EF4-FFF2-40B4-BE49-F238E27FC236}">
                  <a16:creationId xmlns:a16="http://schemas.microsoft.com/office/drawing/2014/main" id="{0F5112E9-080D-2EB8-063A-4E01731851F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146" r="36469"/>
            <a:stretch/>
          </p:blipFill>
          <p:spPr bwMode="auto">
            <a:xfrm>
              <a:off x="8067847" y="2557678"/>
              <a:ext cx="141684" cy="770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Conector recto 5">
              <a:extLst>
                <a:ext uri="{FF2B5EF4-FFF2-40B4-BE49-F238E27FC236}">
                  <a16:creationId xmlns:a16="http://schemas.microsoft.com/office/drawing/2014/main" id="{1F8039A1-252E-3C28-9C2A-E12192823B07}"/>
                </a:ext>
              </a:extLst>
            </p:cNvPr>
            <p:cNvCxnSpPr>
              <a:cxnSpLocks/>
            </p:cNvCxnSpPr>
            <p:nvPr/>
          </p:nvCxnSpPr>
          <p:spPr>
            <a:xfrm>
              <a:off x="3447029" y="3303133"/>
              <a:ext cx="5362574" cy="0"/>
            </a:xfrm>
            <a:prstGeom prst="line">
              <a:avLst/>
            </a:prstGeom>
            <a:ln w="57150">
              <a:solidFill>
                <a:srgbClr val="5B903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CCA7B3A7-092C-0557-6281-B4AB0B85EC4A}"/>
              </a:ext>
            </a:extLst>
          </p:cNvPr>
          <p:cNvSpPr txBox="1"/>
          <p:nvPr/>
        </p:nvSpPr>
        <p:spPr>
          <a:xfrm>
            <a:off x="2950030" y="2926080"/>
            <a:ext cx="60568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spc="600" dirty="0">
                <a:solidFill>
                  <a:srgbClr val="5B9036"/>
                </a:solidFill>
                <a:latin typeface="Montserrat ExtraLight" pitchFamily="2" charset="0"/>
              </a:rPr>
              <a:t>GOLF LERMA</a:t>
            </a:r>
            <a:endParaRPr lang="es-ES" spc="600" dirty="0">
              <a:solidFill>
                <a:srgbClr val="5B9036"/>
              </a:solidFill>
              <a:latin typeface="Montserrat Extra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698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F69CE9FF-5ECE-34C5-CED4-0D114D913730}"/>
              </a:ext>
            </a:extLst>
          </p:cNvPr>
          <p:cNvGrpSpPr/>
          <p:nvPr/>
        </p:nvGrpSpPr>
        <p:grpSpPr>
          <a:xfrm>
            <a:off x="476840" y="582929"/>
            <a:ext cx="5362574" cy="3858306"/>
            <a:chOff x="3447029" y="604156"/>
            <a:chExt cx="5362574" cy="3858306"/>
          </a:xfrm>
          <a:effectLst/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5E244AC9-85C5-428F-80B1-885A080E71BD}"/>
                </a:ext>
              </a:extLst>
            </p:cNvPr>
            <p:cNvGrpSpPr/>
            <p:nvPr/>
          </p:nvGrpSpPr>
          <p:grpSpPr>
            <a:xfrm>
              <a:off x="3837553" y="604156"/>
              <a:ext cx="4516894" cy="2824844"/>
              <a:chOff x="990597" y="1211036"/>
              <a:chExt cx="4516894" cy="2824844"/>
            </a:xfrm>
          </p:grpSpPr>
          <p:pic>
            <p:nvPicPr>
              <p:cNvPr id="1026" name="Picture 2" descr="Imágenes de Silueta encina - Descarga gratuita en Freepik">
                <a:extLst>
                  <a:ext uri="{FF2B5EF4-FFF2-40B4-BE49-F238E27FC236}">
                    <a16:creationId xmlns:a16="http://schemas.microsoft.com/office/drawing/2014/main" id="{DC0FDFFF-03E8-CA45-3C49-F0EF1A67BA2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duotone>
                  <a:srgbClr val="E7E6E6">
                    <a:shade val="45000"/>
                    <a:satMod val="135000"/>
                  </a:srgb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508" t="13492" r="6508" b="13492"/>
              <a:stretch/>
            </p:blipFill>
            <p:spPr bwMode="auto">
              <a:xfrm>
                <a:off x="990597" y="1469572"/>
                <a:ext cx="2982688" cy="25037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8" name="Picture 4" descr="Página 2 | Fotos de Silueta encina arbol - Descarga fotos gratis de gran  calidad | Freepik">
                <a:extLst>
                  <a:ext uri="{FF2B5EF4-FFF2-40B4-BE49-F238E27FC236}">
                    <a16:creationId xmlns:a16="http://schemas.microsoft.com/office/drawing/2014/main" id="{789668D5-303D-B0CD-3CB2-2817C98EE70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22027" b="77297" l="20946" r="77973">
                            <a14:foregroundMark x1="23514" y1="50270" x2="23514" y2="50270"/>
                            <a14:foregroundMark x1="20946" y1="51081" x2="20946" y2="51081"/>
                            <a14:foregroundMark x1="75270" y1="48378" x2="75270" y2="48378"/>
                            <a14:foregroundMark x1="78378" y1="47297" x2="78378" y2="47297"/>
                            <a14:foregroundMark x1="56622" y1="24324" x2="56622" y2="24324"/>
                            <a14:foregroundMark x1="51486" y1="22297" x2="51486" y2="22297"/>
                            <a14:foregroundMark x1="73649" y1="56622" x2="73649" y2="56622"/>
                            <a14:foregroundMark x1="63649" y1="54865" x2="63649" y2="54865"/>
                            <a14:foregroundMark x1="67838" y1="52703" x2="67838" y2="52703"/>
                            <a14:foregroundMark x1="52162" y1="75405" x2="52162" y2="75405"/>
                            <a14:foregroundMark x1="43378" y1="77297" x2="43378" y2="77297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578" t="19578" r="19578" b="19578"/>
              <a:stretch/>
            </p:blipFill>
            <p:spPr bwMode="auto">
              <a:xfrm>
                <a:off x="2682647" y="1211036"/>
                <a:ext cx="2824844" cy="28248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036" name="Picture 12" descr="modelo 3d Bandera de golf 2 - TurboSquid 917243">
              <a:extLst>
                <a:ext uri="{FF2B5EF4-FFF2-40B4-BE49-F238E27FC236}">
                  <a16:creationId xmlns:a16="http://schemas.microsoft.com/office/drawing/2014/main" id="{0F5112E9-080D-2EB8-063A-4E01731851F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146" r="36469"/>
            <a:stretch/>
          </p:blipFill>
          <p:spPr bwMode="auto">
            <a:xfrm>
              <a:off x="8067847" y="2557678"/>
              <a:ext cx="141684" cy="770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Conector recto 5">
              <a:extLst>
                <a:ext uri="{FF2B5EF4-FFF2-40B4-BE49-F238E27FC236}">
                  <a16:creationId xmlns:a16="http://schemas.microsoft.com/office/drawing/2014/main" id="{1F8039A1-252E-3C28-9C2A-E12192823B07}"/>
                </a:ext>
              </a:extLst>
            </p:cNvPr>
            <p:cNvCxnSpPr>
              <a:cxnSpLocks/>
            </p:cNvCxnSpPr>
            <p:nvPr/>
          </p:nvCxnSpPr>
          <p:spPr>
            <a:xfrm>
              <a:off x="3447029" y="3303133"/>
              <a:ext cx="5362574" cy="0"/>
            </a:xfrm>
            <a:prstGeom prst="line">
              <a:avLst/>
            </a:prstGeom>
            <a:ln w="57150">
              <a:solidFill>
                <a:srgbClr val="A9A8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F75CE8FE-DD2C-B8DE-6A5D-9B6BC0C72977}"/>
                </a:ext>
              </a:extLst>
            </p:cNvPr>
            <p:cNvCxnSpPr>
              <a:cxnSpLocks/>
            </p:cNvCxnSpPr>
            <p:nvPr/>
          </p:nvCxnSpPr>
          <p:spPr>
            <a:xfrm>
              <a:off x="3447029" y="4462462"/>
              <a:ext cx="5362574" cy="0"/>
            </a:xfrm>
            <a:prstGeom prst="line">
              <a:avLst/>
            </a:prstGeom>
            <a:ln w="57150">
              <a:solidFill>
                <a:srgbClr val="A9A8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CCA7B3A7-092C-0557-6281-B4AB0B85EC4A}"/>
              </a:ext>
            </a:extLst>
          </p:cNvPr>
          <p:cNvSpPr txBox="1"/>
          <p:nvPr/>
        </p:nvSpPr>
        <p:spPr>
          <a:xfrm>
            <a:off x="195037" y="3407773"/>
            <a:ext cx="60568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spc="600" dirty="0">
                <a:solidFill>
                  <a:srgbClr val="AEADAD"/>
                </a:solidFill>
                <a:latin typeface="Montserrat ExtraLight" pitchFamily="2" charset="0"/>
              </a:rPr>
              <a:t>GOLF LERMA</a:t>
            </a:r>
            <a:endParaRPr lang="es-ES" spc="600" dirty="0">
              <a:solidFill>
                <a:srgbClr val="AEADAD"/>
              </a:solidFill>
              <a:latin typeface="Montserrat ExtraLight" pitchFamily="2" charset="0"/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C1811BFB-D9F9-F98F-4423-E6B3701DABF6}"/>
              </a:ext>
            </a:extLst>
          </p:cNvPr>
          <p:cNvGrpSpPr/>
          <p:nvPr/>
        </p:nvGrpSpPr>
        <p:grpSpPr>
          <a:xfrm>
            <a:off x="6159183" y="582929"/>
            <a:ext cx="5362574" cy="3858306"/>
            <a:chOff x="3447029" y="604156"/>
            <a:chExt cx="5362574" cy="3858306"/>
          </a:xfrm>
          <a:effectLst/>
        </p:grpSpPr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73A89DB3-4A1F-48C2-477A-54B82AD7E669}"/>
                </a:ext>
              </a:extLst>
            </p:cNvPr>
            <p:cNvGrpSpPr/>
            <p:nvPr/>
          </p:nvGrpSpPr>
          <p:grpSpPr>
            <a:xfrm>
              <a:off x="3837553" y="604156"/>
              <a:ext cx="4516894" cy="2824844"/>
              <a:chOff x="990597" y="1211036"/>
              <a:chExt cx="4516894" cy="2824844"/>
            </a:xfrm>
          </p:grpSpPr>
          <p:pic>
            <p:nvPicPr>
              <p:cNvPr id="19" name="Picture 2" descr="Imágenes de Silueta encina - Descarga gratuita en Freepik">
                <a:extLst>
                  <a:ext uri="{FF2B5EF4-FFF2-40B4-BE49-F238E27FC236}">
                    <a16:creationId xmlns:a16="http://schemas.microsoft.com/office/drawing/2014/main" id="{478A0C6E-7DDE-A41E-3539-AA92B5EC4BD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duotone>
                  <a:srgbClr val="E7E6E6">
                    <a:shade val="45000"/>
                    <a:satMod val="135000"/>
                  </a:srgb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508" t="13492" r="6508" b="13492"/>
              <a:stretch/>
            </p:blipFill>
            <p:spPr bwMode="auto">
              <a:xfrm>
                <a:off x="990597" y="1469572"/>
                <a:ext cx="2982688" cy="25037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" name="Picture 4" descr="Página 2 | Fotos de Silueta encina arbol - Descarga fotos gratis de gran  calidad | Freepik">
                <a:extLst>
                  <a:ext uri="{FF2B5EF4-FFF2-40B4-BE49-F238E27FC236}">
                    <a16:creationId xmlns:a16="http://schemas.microsoft.com/office/drawing/2014/main" id="{5874A970-D750-900C-49D8-B66C42D8BC1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22027" b="77297" l="20946" r="77973">
                            <a14:foregroundMark x1="23514" y1="50270" x2="23514" y2="50270"/>
                            <a14:foregroundMark x1="20946" y1="51081" x2="20946" y2="51081"/>
                            <a14:foregroundMark x1="75270" y1="48378" x2="75270" y2="48378"/>
                            <a14:foregroundMark x1="78378" y1="47297" x2="78378" y2="47297"/>
                            <a14:foregroundMark x1="56622" y1="24324" x2="56622" y2="24324"/>
                            <a14:foregroundMark x1="51486" y1="22297" x2="51486" y2="22297"/>
                            <a14:foregroundMark x1="73649" y1="56622" x2="73649" y2="56622"/>
                            <a14:foregroundMark x1="63649" y1="54865" x2="63649" y2="54865"/>
                            <a14:foregroundMark x1="67838" y1="52703" x2="67838" y2="52703"/>
                            <a14:foregroundMark x1="52162" y1="75405" x2="52162" y2="75405"/>
                            <a14:foregroundMark x1="43378" y1="77297" x2="43378" y2="77297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578" t="19578" r="19578" b="19578"/>
              <a:stretch/>
            </p:blipFill>
            <p:spPr bwMode="auto">
              <a:xfrm>
                <a:off x="2682647" y="1211036"/>
                <a:ext cx="2824844" cy="28248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6" name="Picture 12" descr="modelo 3d Bandera de golf 2 - TurboSquid 917243">
              <a:extLst>
                <a:ext uri="{FF2B5EF4-FFF2-40B4-BE49-F238E27FC236}">
                  <a16:creationId xmlns:a16="http://schemas.microsoft.com/office/drawing/2014/main" id="{83F76DE9-13E5-E462-AF3D-CD19DE444A6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146" r="36469"/>
            <a:stretch/>
          </p:blipFill>
          <p:spPr bwMode="auto">
            <a:xfrm>
              <a:off x="8067847" y="2557678"/>
              <a:ext cx="141684" cy="770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2C7DD39A-A0BB-CB89-CCC6-0DB659796803}"/>
                </a:ext>
              </a:extLst>
            </p:cNvPr>
            <p:cNvCxnSpPr>
              <a:cxnSpLocks/>
            </p:cNvCxnSpPr>
            <p:nvPr/>
          </p:nvCxnSpPr>
          <p:spPr>
            <a:xfrm>
              <a:off x="3447029" y="3303133"/>
              <a:ext cx="5362574" cy="0"/>
            </a:xfrm>
            <a:prstGeom prst="line">
              <a:avLst/>
            </a:prstGeom>
            <a:ln w="57150">
              <a:solidFill>
                <a:srgbClr val="A9A8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F84B9E24-CC47-C496-65A9-7158B813A723}"/>
                </a:ext>
              </a:extLst>
            </p:cNvPr>
            <p:cNvCxnSpPr>
              <a:cxnSpLocks/>
            </p:cNvCxnSpPr>
            <p:nvPr/>
          </p:nvCxnSpPr>
          <p:spPr>
            <a:xfrm>
              <a:off x="3447029" y="4462462"/>
              <a:ext cx="5362574" cy="0"/>
            </a:xfrm>
            <a:prstGeom prst="line">
              <a:avLst/>
            </a:prstGeom>
            <a:ln w="57150">
              <a:solidFill>
                <a:srgbClr val="A9A8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B29DCA0-6F73-8C56-AD45-17D07C1256BE}"/>
              </a:ext>
            </a:extLst>
          </p:cNvPr>
          <p:cNvSpPr txBox="1"/>
          <p:nvPr/>
        </p:nvSpPr>
        <p:spPr>
          <a:xfrm>
            <a:off x="5877380" y="3407773"/>
            <a:ext cx="60568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spc="600" dirty="0">
                <a:solidFill>
                  <a:srgbClr val="AEADAD"/>
                </a:solidFill>
                <a:latin typeface="Montserrat ExtraLight" pitchFamily="2" charset="0"/>
              </a:rPr>
              <a:t>GOLF LERMA</a:t>
            </a:r>
            <a:endParaRPr lang="es-ES" spc="600" dirty="0">
              <a:solidFill>
                <a:srgbClr val="AEADAD"/>
              </a:solidFill>
              <a:latin typeface="Montserrat ExtraLight" pitchFamily="2" charset="0"/>
            </a:endParaRPr>
          </a:p>
        </p:txBody>
      </p:sp>
      <p:pic>
        <p:nvPicPr>
          <p:cNvPr id="22" name="Picture 2" descr="Diseño PNG Y SVG De Silueta De Ciervo Para Camisetas">
            <a:extLst>
              <a:ext uri="{FF2B5EF4-FFF2-40B4-BE49-F238E27FC236}">
                <a16:creationId xmlns:a16="http://schemas.microsoft.com/office/drawing/2014/main" id="{7D88125A-6EA3-2B9F-4FB7-99D692DBB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8120" y="2264907"/>
            <a:ext cx="1042170" cy="1042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96044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</Words>
  <Application>Microsoft Office PowerPoint</Application>
  <PresentationFormat>Panorámica</PresentationFormat>
  <Paragraphs>5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Montserrat ExtraLight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Víctor Adrian</dc:creator>
  <cp:lastModifiedBy>Víctor Adrian</cp:lastModifiedBy>
  <cp:revision>3</cp:revision>
  <dcterms:created xsi:type="dcterms:W3CDTF">2026-02-02T16:29:30Z</dcterms:created>
  <dcterms:modified xsi:type="dcterms:W3CDTF">2026-02-02T16:43:53Z</dcterms:modified>
</cp:coreProperties>
</file>